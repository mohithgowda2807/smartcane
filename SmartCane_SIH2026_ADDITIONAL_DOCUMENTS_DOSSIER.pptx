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eld4_slide1_b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eld4_slide2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eld4_slide3_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eld4_slide4_prototyp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eld4_slide5_research_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